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assignment name, and repository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quick roadmap of what you will demonstrate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project folders live and mention Python 3.12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data_download and explain what each EDA plot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preprocessing pipeline and cross-validation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metrics table and justify model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mlflow ui and show runs table and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package_model and show saved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pytest locally and show green Actions run in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image, run container, and call /predict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pod Running 1/1 and successful health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uvicorn, send requests, show logs and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component connects from raw data to deployed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real issues you faced and how you solved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all phases and repeat the GitHub repository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3366"/>
                </a:solidFill>
                <a:latin typeface="Calibri"/>
              </a:rPr>
              <a:t>Heart Disease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699"/>
                </a:solidFill>
                <a:latin typeface="Calibri"/>
              </a:rPr>
              <a:t>End-to-End Machine Learning Operations Pipeline</a:t>
            </a:r>
          </a:p>
          <a:p>
            <a:pPr algn="ctr"/>
            <a:r>
              <a:rPr sz="1800" b="0">
                <a:solidFill>
                  <a:srgbClr val="282828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282828"/>
                </a:solidFill>
                <a:latin typeface="Calibri"/>
              </a:rPr>
              <a:t>Sriman Narayan Bharadwaj R</a:t>
            </a:r>
          </a:p>
          <a:p>
            <a:pPr algn="ctr"/>
            <a:r>
              <a:rPr sz="1800" b="0">
                <a:solidFill>
                  <a:srgbClr val="282828"/>
                </a:solidFill>
                <a:latin typeface="Calibri"/>
              </a:rPr>
              <a:t>MLOps Assignment 01 (2026)</a:t>
            </a:r>
          </a:p>
          <a:p>
            <a:pPr algn="ctr"/>
            <a:r>
              <a:rPr sz="1800" b="0">
                <a:solidFill>
                  <a:srgbClr val="282828"/>
                </a:solidFill>
                <a:latin typeface="Calibri"/>
              </a:rPr>
              <a:t>github.com/srimannarayanbharadwaj/MLOps-Assignment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1. Project setup and repository structure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2. Data download and EDA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3. Model training and selection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4. MLflow experiment tracking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5. Model packaging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6. Unit tests and CI/CD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7. Docker containerization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8. Kubernetes deployment (Minikube)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9. Monitoring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0: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Environment and 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Python 3.12 virtual environment (.venv312)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Pinned dependencies in requirements.txt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Folders: data, src, tests, models, k8s, screenshots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GitHub repo stores code, tests, CI, and deployment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Goal: reproducible MLOps workflow from clean clone</a:t>
            </a:r>
          </a:p>
        </p:txBody>
      </p:sp>
      <p:pic>
        <p:nvPicPr>
          <p:cNvPr id="5" name="Picture 4" descr="01_experimen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1: Data and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UCI Cleveland Heart Disease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303 rows, 13 clinical features + target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Missing '?' values handled in ca and thal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Target binarized: 0 = no disease, 1+ -&gt; 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Class balance: 164 vs 139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EDA: histograms, correlation heatmap, class chart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1475232"/>
          </a:xfrm>
          <a:prstGeom prst="rect">
            <a:avLst/>
          </a:prstGeom>
        </p:spPr>
      </p:pic>
      <p:pic>
        <p:nvPicPr>
          <p:cNvPr id="6" name="Picture 5" descr="numeric_feature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82824"/>
            <a:ext cx="4114800" cy="1475232"/>
          </a:xfrm>
          <a:prstGeom prst="rect">
            <a:avLst/>
          </a:prstGeom>
        </p:spPr>
      </p:pic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31208"/>
            <a:ext cx="4114800" cy="1475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2: Feature Engineering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Preprocessing +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Numeric features -&gt; StandardScaler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Categorical features -&gt; OneHotEncoder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Models: Logistic Regression vs Random Forest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Evaluation: 5-fold stratified cross-validation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Metrics: accuracy, precision, recall, ROC-AUC</a:t>
            </a:r>
          </a:p>
        </p:txBody>
      </p:sp>
      <p:pic>
        <p:nvPicPr>
          <p:cNvPr id="5" name="Picture 4" descr="02_run_trainin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Model Comparison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5-fold Stratified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4206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41248"/>
                <a:gridCol w="841248"/>
                <a:gridCol w="841248"/>
                <a:gridCol w="841248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2828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0.9188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282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0.8127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2828"/>
                          </a:solidFill>
                          <a:latin typeface="Calibri"/>
                        </a:rPr>
                        <a:t>0.9163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Selected model: Logistic Regression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Reason: highest ROC-AUC (0.9188)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Random Forest had slightly higher recall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Logistic Regression is easier to explain and deploy</a:t>
            </a:r>
          </a:p>
        </p:txBody>
      </p:sp>
      <p:pic>
        <p:nvPicPr>
          <p:cNvPr id="6" name="Picture 5" descr="02_run_logre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49424"/>
          </a:xfrm>
          <a:prstGeom prst="rect">
            <a:avLst/>
          </a:prstGeom>
        </p:spPr>
      </p:pic>
      <p:pic>
        <p:nvPicPr>
          <p:cNvPr id="7" name="Picture 6" descr="04_logistic_artif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02736"/>
            <a:ext cx="393192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3: MLflow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Experiment logging and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Logged params, metrics, and artifacts per run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Compared logistic_regression vs random_forest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Saved confusion matrix and sklearn pipeline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MLflow UI used for experiment comparison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Experiment: heart-disease-classification</a:t>
            </a:r>
          </a:p>
        </p:txBody>
      </p:sp>
      <p:pic>
        <p:nvPicPr>
          <p:cNvPr id="5" name="Picture 4" descr="01_experimen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2249424"/>
          </a:xfrm>
          <a:prstGeom prst="rect">
            <a:avLst/>
          </a:prstGeom>
        </p:spPr>
      </p:pic>
      <p:pic>
        <p:nvPicPr>
          <p:cNvPr id="6" name="Picture 5" descr="02_run_trainin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57016"/>
            <a:ext cx="411480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4: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Reproducible model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Saved full pipeline with joblib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Artifact: heart_disease_pipeline.joblib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Metadata: model_metadata.json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Sample input: sample_input.json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Fresh clone + requirements.txt reproduces model</a:t>
            </a:r>
          </a:p>
        </p:txBody>
      </p:sp>
      <p:pic>
        <p:nvPicPr>
          <p:cNvPr id="5" name="Picture 4" descr="04_logistic_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5: Tests and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Automated quality checks on every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test_data.py: null handling and target encoding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test_model.py: prediction shape and probabilities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test_api.py: /health and /metrics endpoints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GitHub Actions: lint -&gt; pytest -&gt; training job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CI ensures reproducibility and catches regressions</a:t>
            </a:r>
          </a:p>
        </p:txBody>
      </p:sp>
      <p:pic>
        <p:nvPicPr>
          <p:cNvPr id="5" name="Picture 4" descr="Screenshot 2026-07-11 2148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6: Docker +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Containerized model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FastAPI endpoints: /health, /predict, /metrics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Dockerfile builds Python 3.12 image with 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docker build and docker run expose port 8000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Live prediction returns class + confidence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Example: prediction=0, confidence=0.8292</a:t>
            </a:r>
          </a:p>
        </p:txBody>
      </p:sp>
      <p:pic>
        <p:nvPicPr>
          <p:cNvPr id="5" name="Picture 4" descr="docker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2249424"/>
          </a:xfrm>
          <a:prstGeom prst="rect">
            <a:avLst/>
          </a:prstGeom>
        </p:spPr>
      </p:pic>
      <p:pic>
        <p:nvPicPr>
          <p:cNvPr id="6" name="Picture 5" descr="03_curl_predic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57016"/>
            <a:ext cx="411480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7: Kubernetes (Minikube)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Local cluster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Deployment + Service YAML in k8s/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minikube image load imports local Docker image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kubectl apply deploys API to cluster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Readiness/liveness probes use /health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port-forward exposes service locally</a:t>
            </a:r>
          </a:p>
        </p:txBody>
      </p:sp>
      <p:pic>
        <p:nvPicPr>
          <p:cNvPr id="5" name="Picture 4" descr="minicube start 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1475232"/>
          </a:xfrm>
          <a:prstGeom prst="rect">
            <a:avLst/>
          </a:prstGeom>
        </p:spPr>
      </p:pic>
      <p:pic>
        <p:nvPicPr>
          <p:cNvPr id="6" name="Picture 5" descr="k8s 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82824"/>
            <a:ext cx="4114800" cy="1475232"/>
          </a:xfrm>
          <a:prstGeom prst="rect">
            <a:avLst/>
          </a:prstGeom>
        </p:spPr>
      </p:pic>
      <p:pic>
        <p:nvPicPr>
          <p:cNvPr id="7" name="Picture 6" descr="k8s health 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31208"/>
            <a:ext cx="4114800" cy="1475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Phase 8: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Logging and Prometheus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Middleware logs timestamp, endpoint, latency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Logs help debug slow or failing requests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/metrics exposes Prometheus text format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Tracks request count and duration histograms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Supports production observability basics</a:t>
            </a:r>
          </a:p>
        </p:txBody>
      </p:sp>
      <p:pic>
        <p:nvPicPr>
          <p:cNvPr id="5" name="Picture 4" descr="Request 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2249424"/>
          </a:xfrm>
          <a:prstGeom prst="rect">
            <a:avLst/>
          </a:prstGeom>
        </p:spPr>
      </p:pic>
      <p:pic>
        <p:nvPicPr>
          <p:cNvPr id="6" name="Picture 5" descr="metrics end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57016"/>
            <a:ext cx="411480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End-to-end MLOps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82828"/>
                </a:solidFill>
                <a:latin typeface="Consolas"/>
              </a:rPr>
              <a:t>UCI CSV
   |
data_download.py -&gt; cleaned dataset
   |
eda.py + train.py -&gt; MLflow + metrics
   |
package_model.py -&gt; joblib pipeline
   |
FastAPI -&gt; Docker -&gt; Kubernetes
   |
/predict  /health  /metrics
GitHub Actions + pytest validate each stage</a:t>
            </a:r>
          </a:p>
        </p:txBody>
      </p:sp>
      <p:pic>
        <p:nvPicPr>
          <p:cNvPr id="5" name="Picture 4" descr="01_experimen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49424"/>
          </a:xfrm>
          <a:prstGeom prst="rect">
            <a:avLst/>
          </a:prstGeom>
        </p:spPr>
      </p:pic>
      <p:pic>
        <p:nvPicPr>
          <p:cNvPr id="6" name="Picture 5" descr="k8s 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02736"/>
            <a:ext cx="393192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Challenges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Python 3.14 broke MLflow UI; Python 3.12 fixed 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Docker and Minikube port conflicts required alternate ports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Pinned requirements improved reproducibility across machines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MLflow simplified experiment comparison and artifact tracking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CI pipeline gave confidence that changes did not break the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Calibri"/>
              </a:rPr>
              <a:t>Project delivered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Built full MLOps pipeline on UCI Cleveland Heart Disease data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Tracked experiments with MLflow and packaged the best 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Validated with pytest and GitHub Actions CI/CD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Deployed via Docker, Minikube/Kubernetes, and monitoring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Repository: github.com/srimannarayanbharadwaj/MLOps-Assignment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Thank you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