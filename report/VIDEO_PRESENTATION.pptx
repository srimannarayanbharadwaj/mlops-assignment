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yourself, assignment name, and repository link. State the goal: build and deploy a heart disease prediction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a quick roadmap of what you will demonstrate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project folders and mention Python 3.12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data_download and explain what each EDA plot shows.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preprocessing pipeline and cross-validation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metrics table and justify model selection.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mlflow ui and show runs table and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package_model and show saved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pytest locally and show green Actions run in browser.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Build image, run container, and call /predict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pod Running 1/1 and successful health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uvicorn, send requests, show logs and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how each component connects from raw data to deployed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 real issues you faced and how you solved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Summarize all phases and repeat the GitHub repository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003366"/>
                </a:solidFill>
                <a:latin typeface="Calibri"/>
              </a:rPr>
              <a:t>Heart Disease MLOps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006699"/>
                </a:solidFill>
                <a:latin typeface="Calibri"/>
              </a:rPr>
              <a:t>End-to-End Machine Learning Operations Pipeline</a:t>
            </a:r>
          </a:p>
          <a:p>
            <a:pPr algn="ctr"/>
            <a:r>
              <a:rPr sz="1800" b="0">
                <a:solidFill>
                  <a:srgbClr val="282828"/>
                </a:solidFill>
                <a:latin typeface="Calibri"/>
              </a:rPr>
              <a:t/>
            </a:r>
          </a:p>
          <a:p>
            <a:pPr algn="ctr"/>
            <a:r>
              <a:rPr sz="1800" b="0">
                <a:solidFill>
                  <a:srgbClr val="282828"/>
                </a:solidFill>
                <a:latin typeface="Calibri"/>
              </a:rPr>
              <a:t>Sriman Narayan Bharadwaj R</a:t>
            </a:r>
          </a:p>
          <a:p>
            <a:pPr algn="ctr"/>
            <a:r>
              <a:rPr sz="1800" b="0">
                <a:solidFill>
                  <a:srgbClr val="282828"/>
                </a:solidFill>
                <a:latin typeface="Calibri"/>
              </a:rPr>
              <a:t>MLOps Assignment 01 (2026)</a:t>
            </a:r>
          </a:p>
          <a:p>
            <a:pPr algn="ctr"/>
            <a:r>
              <a:rPr sz="1800" b="0">
                <a:solidFill>
                  <a:srgbClr val="282828"/>
                </a:solidFill>
                <a:latin typeface="Calibri"/>
              </a:rPr>
              <a:t>github.com/srimannarayanbharadwaj/MLOps-Assignment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3366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1. Project setup and repository structure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2. Data download and EDA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3. Model training and selection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4. MLflow experiment tracking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5. Model packaging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6. Unit tests and CI/CD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7. Docker containerization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8. Kubernetes deployment (Minikube)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9. Monitoring and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3366"/>
                </a:solidFill>
                <a:latin typeface="Calibri"/>
              </a:rPr>
              <a:t>Phase 0: Project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6699"/>
                </a:solidFill>
                <a:latin typeface="Calibri"/>
              </a:rPr>
              <a:t>Environment and repository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Python 3.12 virtual environment (.venv312)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Pinned dependencies in requirements.txt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Folders: data, src, tests, models, k8s, screenshots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GitHub repo stores code, tests, CI, and deployment files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Goal: reproducible MLOps workflow from clean clone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0" y="1234440"/>
            <a:ext cx="4023360" cy="4389120"/>
          </a:xfrm>
          <a:prstGeom prst="rect">
            <a:avLst/>
          </a:prstGeom>
          <a:solidFill>
            <a:srgbClr val="F0F5FA"/>
          </a:solidFill>
          <a:ln w="19050">
            <a:solidFill>
              <a:srgbClr val="006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06699"/>
                </a:solidFill>
                <a:latin typeface="Calibri"/>
              </a:rPr>
              <a:t>Insert Screenshot
VS Code project tree or README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3366"/>
                </a:solidFill>
                <a:latin typeface="Calibri"/>
              </a:rPr>
              <a:t>Phase 1: Data and EDA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6699"/>
                </a:solidFill>
                <a:latin typeface="Calibri"/>
              </a:rPr>
              <a:t>UCI Cleveland Heart Disease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303 rows, 13 clinical features + target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Missing '?' values handled in ca and thal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Target binarized: 0 = no disease, 1+ -&gt; 1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Class balance: 164 vs 139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EDA: histograms, correlation heatmap, class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0" y="1234440"/>
            <a:ext cx="4023360" cy="4389120"/>
          </a:xfrm>
          <a:prstGeom prst="rect">
            <a:avLst/>
          </a:prstGeom>
          <a:solidFill>
            <a:srgbClr val="F0F5FA"/>
          </a:solidFill>
          <a:ln w="19050">
            <a:solidFill>
              <a:srgbClr val="006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06699"/>
                </a:solidFill>
                <a:latin typeface="Calibri"/>
              </a:rPr>
              <a:t>Insert Screenshot
class_balance.png / histograms / heatmap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3366"/>
                </a:solidFill>
                <a:latin typeface="Calibri"/>
              </a:rPr>
              <a:t>Phase 2: Feature Engineering and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6699"/>
                </a:solidFill>
                <a:latin typeface="Calibri"/>
              </a:rPr>
              <a:t>Preprocessing + model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Numeric features -&gt; StandardScaler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Categorical features -&gt; OneHotEncoder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Models: Logistic Regression vs Random Forest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Evaluation: 5-fold stratified cross-validation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Metrics: accuracy, precision, recall, ROC-AUC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0" y="1234440"/>
            <a:ext cx="4023360" cy="4389120"/>
          </a:xfrm>
          <a:prstGeom prst="rect">
            <a:avLst/>
          </a:prstGeom>
          <a:solidFill>
            <a:srgbClr val="F0F5FA"/>
          </a:solidFill>
          <a:ln w="19050">
            <a:solidFill>
              <a:srgbClr val="006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06699"/>
                </a:solidFill>
                <a:latin typeface="Calibri"/>
              </a:rPr>
              <a:t>Insert Screenshot
model_cv_metrics.csv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3366"/>
                </a:solidFill>
                <a:latin typeface="Calibri"/>
              </a:rPr>
              <a:t>Model Comparison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6699"/>
                </a:solidFill>
                <a:latin typeface="Calibri"/>
              </a:rPr>
              <a:t>5-fold Stratified Cross-Validation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9344"/>
                <a:gridCol w="1609344"/>
                <a:gridCol w="1609344"/>
                <a:gridCol w="1609344"/>
                <a:gridCol w="1609344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82828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82828"/>
                          </a:solidFill>
                          <a:latin typeface="Calibri"/>
                        </a:rPr>
                        <a:t>0.8447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82828"/>
                          </a:solidFill>
                          <a:latin typeface="Calibri"/>
                        </a:rPr>
                        <a:t>0.8475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82828"/>
                          </a:solidFill>
                          <a:latin typeface="Calibri"/>
                        </a:rPr>
                        <a:t>0.8050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82828"/>
                          </a:solidFill>
                          <a:latin typeface="Calibri"/>
                        </a:rPr>
                        <a:t>0.9188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82828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82828"/>
                          </a:solidFill>
                          <a:latin typeface="Calibri"/>
                        </a:rPr>
                        <a:t>0.8416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82828"/>
                          </a:solidFill>
                          <a:latin typeface="Calibri"/>
                        </a:rPr>
                        <a:t>0.8388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82828"/>
                          </a:solidFill>
                          <a:latin typeface="Calibri"/>
                        </a:rPr>
                        <a:t>0.8127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82828"/>
                          </a:solidFill>
                          <a:latin typeface="Calibri"/>
                        </a:rPr>
                        <a:t>0.9163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1089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Selected model: Logistic Regression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Reason: highest ROC-AUC (0.9188)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Random Forest had slightly higher recall, but gap is small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Logistic Regression is easier to explain and deploy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3366"/>
                </a:solidFill>
                <a:latin typeface="Calibri"/>
              </a:rPr>
              <a:t>Phase 3: MLflow 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6699"/>
                </a:solidFill>
                <a:latin typeface="Calibri"/>
              </a:rPr>
              <a:t>Experiment logging and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Logged params, metrics, and artifacts per run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Compared logistic_regression vs random_forest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Saved confusion matrix and sklearn pipeline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MLflow UI used for experiment comparison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Experiment: heart-disease-classification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0" y="1234440"/>
            <a:ext cx="4023360" cy="4389120"/>
          </a:xfrm>
          <a:prstGeom prst="rect">
            <a:avLst/>
          </a:prstGeom>
          <a:solidFill>
            <a:srgbClr val="F0F5FA"/>
          </a:solidFill>
          <a:ln w="19050">
            <a:solidFill>
              <a:srgbClr val="006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06699"/>
                </a:solidFill>
                <a:latin typeface="Calibri"/>
              </a:rPr>
              <a:t>Insert Screenshot
MLflow experiments / runs / artifacts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3366"/>
                </a:solidFill>
                <a:latin typeface="Calibri"/>
              </a:rPr>
              <a:t>Phase 4: Packaging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6699"/>
                </a:solidFill>
                <a:latin typeface="Calibri"/>
              </a:rPr>
              <a:t>Reproducible model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Saved full pipeline with joblib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Artifact: heart_disease_pipeline.joblib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Metadata: model_metadata.json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Sample input: sample_input.json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Fresh clone + requirements.txt reproduces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0" y="1234440"/>
            <a:ext cx="4023360" cy="4389120"/>
          </a:xfrm>
          <a:prstGeom prst="rect">
            <a:avLst/>
          </a:prstGeom>
          <a:solidFill>
            <a:srgbClr val="F0F5FA"/>
          </a:solidFill>
          <a:ln w="19050">
            <a:solidFill>
              <a:srgbClr val="006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06699"/>
                </a:solidFill>
                <a:latin typeface="Calibri"/>
              </a:rPr>
              <a:t>Insert Screenshot
models/ folder contents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3366"/>
                </a:solidFill>
                <a:latin typeface="Calibri"/>
              </a:rPr>
              <a:t>Phase 5: Tests and CI/CD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6699"/>
                </a:solidFill>
                <a:latin typeface="Calibri"/>
              </a:rPr>
              <a:t>Automated quality checks on every push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test_data.py: null handling and target encoding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test_model.py: prediction shape and probabilities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test_api.py: /health and /metrics endpoints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GitHub Actions: lint -&gt; pytest -&gt; training job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CI ensures reproducibility and catches regressions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0" y="1234440"/>
            <a:ext cx="4023360" cy="4389120"/>
          </a:xfrm>
          <a:prstGeom prst="rect">
            <a:avLst/>
          </a:prstGeom>
          <a:solidFill>
            <a:srgbClr val="F0F5FA"/>
          </a:solidFill>
          <a:ln w="19050">
            <a:solidFill>
              <a:srgbClr val="006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06699"/>
                </a:solidFill>
                <a:latin typeface="Calibri"/>
              </a:rPr>
              <a:t>Insert Screenshot
GitHub Actions green workflow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3366"/>
                </a:solidFill>
                <a:latin typeface="Calibri"/>
              </a:rPr>
              <a:t>Phase 6: Docker + FastAPI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6699"/>
                </a:solidFill>
                <a:latin typeface="Calibri"/>
              </a:rPr>
              <a:t>Containerized model serving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FastAPI endpoints: /health, /predict, /metrics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Dockerfile builds Python 3.12 image with model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docker build and docker run expose port 8000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Live prediction returns class + confidence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Example: prediction=0, confidence=0.8292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0" y="1234440"/>
            <a:ext cx="4023360" cy="4389120"/>
          </a:xfrm>
          <a:prstGeom prst="rect">
            <a:avLst/>
          </a:prstGeom>
          <a:solidFill>
            <a:srgbClr val="F0F5FA"/>
          </a:solidFill>
          <a:ln w="19050">
            <a:solidFill>
              <a:srgbClr val="006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06699"/>
                </a:solidFill>
                <a:latin typeface="Calibri"/>
              </a:rPr>
              <a:t>Insert Screenshot
docker build / docker run / predict response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3366"/>
                </a:solidFill>
                <a:latin typeface="Calibri"/>
              </a:rPr>
              <a:t>Phase 7: Kubernetes (Minikube)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6699"/>
                </a:solidFill>
                <a:latin typeface="Calibri"/>
              </a:rPr>
              <a:t>Local cluster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Deployment + Service YAML in k8s/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minikube image load imports local Docker image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kubectl apply deploys API to cluster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Readiness/liveness probes use /health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port-forward exposes service locally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0" y="1234440"/>
            <a:ext cx="4023360" cy="4389120"/>
          </a:xfrm>
          <a:prstGeom prst="rect">
            <a:avLst/>
          </a:prstGeom>
          <a:solidFill>
            <a:srgbClr val="F0F5FA"/>
          </a:solidFill>
          <a:ln w="19050">
            <a:solidFill>
              <a:srgbClr val="006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06699"/>
                </a:solidFill>
                <a:latin typeface="Calibri"/>
              </a:rPr>
              <a:t>Insert Screenshot
kubectl get pods / get svc / health check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3366"/>
                </a:solidFill>
                <a:latin typeface="Calibri"/>
              </a:rPr>
              <a:t>Phase 8: Monitoring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6699"/>
                </a:solidFill>
                <a:latin typeface="Calibri"/>
              </a:rPr>
              <a:t>Logging and Prometheus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Middleware logs timestamp, endpoint, latency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Logs help debug slow or failing requests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/metrics exposes Prometheus text format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Tracks request count and duration histograms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Supports production observability basics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0" y="1234440"/>
            <a:ext cx="4023360" cy="4389120"/>
          </a:xfrm>
          <a:prstGeom prst="rect">
            <a:avLst/>
          </a:prstGeom>
          <a:solidFill>
            <a:srgbClr val="F0F5FA"/>
          </a:solidFill>
          <a:ln w="19050">
            <a:solidFill>
              <a:srgbClr val="006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06699"/>
                </a:solidFill>
                <a:latin typeface="Calibri"/>
              </a:rPr>
              <a:t>Insert Screenshot
Request logs + /metrics output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3366"/>
                </a:solidFill>
                <a:latin typeface="Calibri"/>
              </a:rP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6699"/>
                </a:solidFill>
                <a:latin typeface="Calibri"/>
              </a:rPr>
              <a:t>End-to-end MLOps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438912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282828"/>
                </a:solidFill>
                <a:latin typeface="Consolas"/>
              </a:rPr>
              <a:t>UCI CSV
   |
data_download.py -&gt; cleaned dataset
   |
eda.py + train.py -&gt; MLflow + metrics
   |
package_model.py -&gt; joblib pipeline
   |
FastAPI -&gt; Docker -&gt; Kubernetes
   |
/predict  /health  /metrics
GitHub Actions + pytest validate each stage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937760" y="1280160"/>
            <a:ext cx="3657600" cy="4572000"/>
          </a:xfrm>
          <a:prstGeom prst="rect">
            <a:avLst/>
          </a:prstGeom>
          <a:solidFill>
            <a:srgbClr val="F0F5FA"/>
          </a:solidFill>
          <a:ln w="19050">
            <a:solidFill>
              <a:srgbClr val="006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06699"/>
                </a:solidFill>
                <a:latin typeface="Calibri"/>
              </a:rPr>
              <a:t>Insert Screenshot
Optional: architecture diagram or repo tree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3366"/>
                </a:solidFill>
                <a:latin typeface="Calibri"/>
              </a:rPr>
              <a:t>Challenges and Lessons Learned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Python 3.14 broke MLflow UI; Python 3.12 fixed it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Docker and Minikube port conflicts required alternate ports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Pinned requirements improved reproducibility across machines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MLflow simplified experiment comparison and artifact tracking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CI pipeline gave confidence that changes did not break the workflow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3366"/>
                </a:solidFill>
                <a:latin typeface="Calibr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006699"/>
                </a:solidFill>
                <a:latin typeface="Calibri"/>
              </a:rPr>
              <a:t>Project delivered end-to-end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Built full MLOps pipeline on UCI Cleveland Heart Disease data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Tracked experiments with MLflow and packaged the best model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Validated with pytest and GitHub Actions CI/CD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Deployed via Docker, Minikube/Kubernetes, and monitoring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Repository: github.com/srimannarayanbharadwaj/MLOps-Assignment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82828"/>
                </a:solidFill>
                <a:latin typeface="Calibri"/>
              </a:rPr>
              <a:t>Thank you for watching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